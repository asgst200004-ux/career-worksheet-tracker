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고등학교 진로·학업설계 지원 자료 안내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B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단위학교 전달연수 · 자료 다운로드 방법과 안내서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F2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다운로드 방법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04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‘꿈it(잇)다’ 사이트 접속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52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로그인 필수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456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[자료실] 클릭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07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[진로교육자료] 선택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855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8종 자료 탑재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86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전달연수는 11월 말까지 1회 이상 운영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(실적 조사: 12월 예정)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554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진로·진학 상담 안내서 3종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20640" y="2057400"/>
            <a:ext cx="6492240" cy="731520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0" y="21945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총론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057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고교학점제 기반 교육과정 연계 진로·학업설계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2926080"/>
            <a:ext cx="6492240" cy="731520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3520" y="306324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035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실천편 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 설계 및 진로 변경 지도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20640" y="3794760"/>
            <a:ext cx="6492240" cy="731520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39319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0352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실천편 Ⅱ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794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 선택 및 이수, 학업 관리 지도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20640" y="4800600"/>
            <a:ext cx="6492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94960" y="4983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구성은 출력물(별첨) 참고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54864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안내서 구성과 활용 · 상황별 빠른 가이드는 별도 배부 자료에 있습니다.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탑재: 연수 프로그램북 4종 · 우수 지도 사례집 1종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2026-09-29T02:21:38Z</dcterms:created>
  <dcterms:modified xsi:type="dcterms:W3CDTF">2026-09-29T02:21:38Z</dcterms:modified>
</cp:coreProperties>
</file>