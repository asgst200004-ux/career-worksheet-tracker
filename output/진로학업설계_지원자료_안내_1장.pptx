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고등학교 진로·학업설계 지원 자료 안내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단위학교 전달연수 · 자료 다운로드 방법과 안내서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206240" cy="4572000"/>
          </a:xfrm>
          <a:prstGeom prst="roundRect">
            <a:avLst>
              <a:gd name="adj" fmla="val 3261"/>
            </a:avLst>
          </a:prstGeom>
          <a:solidFill>
            <a:srgbClr val="1F2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다운로드 방법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59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‘꿈it(잇)다’ 사이트 접속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706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교사 로그인 필수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4107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[자료실] 클릭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[진로교육자료] 선택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48097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8종 자료 탑재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486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전달연수는 11월 말까지 1회 이상 운영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(실적 조사: 12월 예정)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15544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진로·진학 상담 안내서 3종 구성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20640" y="2057400"/>
            <a:ext cx="6492240" cy="960120"/>
          </a:xfrm>
          <a:prstGeom prst="roundRect">
            <a:avLst>
              <a:gd name="adj" fmla="val 9524"/>
            </a:avLst>
          </a:prstGeom>
          <a:solidFill>
            <a:srgbClr val="EEF3FA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0" y="2258568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0E7C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0" y="22585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총론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교육과정 연계 진로·학업설계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2514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고교학점제·대입 전형의 이해, 진로전담교사의 역할, 과목 매칭 가이드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3154680"/>
            <a:ext cx="6492240" cy="960120"/>
          </a:xfrm>
          <a:prstGeom prst="roundRect">
            <a:avLst>
              <a:gd name="adj" fmla="val 9524"/>
            </a:avLst>
          </a:prstGeom>
          <a:solidFill>
            <a:srgbClr val="EEF3FA"/>
          </a:solidFill>
          <a:ln/>
        </p:spPr>
      </p:sp>
      <p:sp>
        <p:nvSpPr>
          <p:cNvPr id="25" name="Shape 23"/>
          <p:cNvSpPr/>
          <p:nvPr/>
        </p:nvSpPr>
        <p:spPr>
          <a:xfrm>
            <a:off x="5303520" y="3355848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0E7C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0" y="335584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실천편 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3246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진로 설계 및 진로 변경 지도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 코칭·SMART 목표, 5대 진로 변경 유형, 상담 7단계, 7가지 사례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120640" y="4251960"/>
            <a:ext cx="6492240" cy="960120"/>
          </a:xfrm>
          <a:prstGeom prst="roundRect">
            <a:avLst>
              <a:gd name="adj" fmla="val 9524"/>
            </a:avLst>
          </a:prstGeom>
          <a:solidFill>
            <a:srgbClr val="EEF3FA"/>
          </a:solidFill>
          <a:ln/>
        </p:spPr>
      </p:sp>
      <p:sp>
        <p:nvSpPr>
          <p:cNvPr id="30" name="Shape 28"/>
          <p:cNvSpPr/>
          <p:nvPr/>
        </p:nvSpPr>
        <p:spPr>
          <a:xfrm>
            <a:off x="5303520" y="4453128"/>
            <a:ext cx="1188720" cy="548640"/>
          </a:xfrm>
          <a:prstGeom prst="roundRect">
            <a:avLst>
              <a:gd name="adj" fmla="val 16667"/>
            </a:avLst>
          </a:prstGeom>
          <a:solidFill>
            <a:srgbClr val="0E7C8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0" y="44531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실천편 Ⅱ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343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과목 선택 및 이수, 학업 관리 지도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675120" y="4709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교과 체계·성적 산출, 과목 설계 5단계, 생기부 관리, 직업계고 학점제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120640" y="5394960"/>
            <a:ext cx="6492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0" y="53949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탑재된 자료  </a:t>
            </a:r>
            <a:pPr indent="0" marL="0">
              <a:buNone/>
            </a:pPr>
            <a:r>
              <a:rPr lang="en-US" sz="1400" dirty="0">
                <a:solidFill>
                  <a:srgbClr val="1F2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연수 프로그램북 4종(주제 4: AI 활용 포함) · 우수 지도 사례집 1종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2026-09-29T02:14:29Z</dcterms:created>
  <dcterms:modified xsi:type="dcterms:W3CDTF">2026-09-29T02:14:29Z</dcterms:modified>
</cp:coreProperties>
</file>