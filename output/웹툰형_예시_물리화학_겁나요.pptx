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학생이 찾아오면?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안내서 「실천편 Ⅱ」 2장 · p.35  |  진로 중심의 진로·학업 설계 지도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선생님, 물리·화학은 성적 받기 어렵다던데… 과목 고르기가 겁나요.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170992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8" name="Image 0" descr="c0.png">    </p:cNvPr>
          <p:cNvPicPr>
            <a:picLocks noChangeAspect="1"/>
          </p:cNvPicPr>
          <p:nvPr/>
        </p:nvPicPr>
        <p:blipFill>
          <a:blip r:embed="rId1"/>
          <a:srcRect l="-103" r="-103" t="0" b="0"/>
          <a:stretch/>
        </p:blipFill>
        <p:spPr>
          <a:xfrm>
            <a:off x="1024128" y="3246120"/>
            <a:ext cx="1645920" cy="17739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300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희망 학과가 권장하는 과목부터 보자. 대학 입학처가 공개한 ‘학과별 권장이수과목’ 자료가 있어.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V="1">
            <a:off x="454456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14" name="Image 1" descr="c1.png">    </p:cNvPr>
          <p:cNvPicPr>
            <a:picLocks noChangeAspect="1"/>
          </p:cNvPicPr>
          <p:nvPr/>
        </p:nvPicPr>
        <p:blipFill>
          <a:blip r:embed="rId2"/>
          <a:srcRect l="-103" r="-103" t="0" b="0"/>
          <a:stretch/>
        </p:blipFill>
        <p:spPr>
          <a:xfrm>
            <a:off x="3858768" y="3246120"/>
            <a:ext cx="1645920" cy="17739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048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764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1908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수학·과학은 위계가 있어서 순서가 중요해. 일반선택을 먼저 듣고, 그다음에 진로선택으로 이어 가면 돼.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 flipV="1">
            <a:off x="737920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0" name="Image 2" descr="c2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6693408" y="3246120"/>
            <a:ext cx="1645920" cy="17739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512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6228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372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아, 겁먹기 전에 이수 순서부터 세워 보면 되는 거군요!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 flipV="1">
            <a:off x="1021384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6" name="Image 3" descr="c3.png">    </p:cNvPr>
          <p:cNvPicPr>
            <a:picLocks noChangeAspect="1"/>
          </p:cNvPicPr>
          <p:nvPr/>
        </p:nvPicPr>
        <p:blipFill>
          <a:blip r:embed="rId4"/>
          <a:srcRect l="-103" r="-103" t="0" b="0"/>
          <a:stretch/>
        </p:blipFill>
        <p:spPr>
          <a:xfrm>
            <a:off x="9528048" y="3246120"/>
            <a:ext cx="1645920" cy="177393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9828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21208" y="5257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" y="5394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2377440" y="5349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위계가 있는 과목은 이수 순서를 점검한다 (일반선택 → 진로선택)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대학 입학처 공개 ‘학과별 권장이수과목’ 자료로 과목을 설계한다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2026-09-29T06:01:05Z</dcterms:created>
  <dcterms:modified xsi:type="dcterms:W3CDTF">2026-09-29T06:01:05Z</dcterms:modified>
</cp:coreProperties>
</file>